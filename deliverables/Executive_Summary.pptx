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04A02"/>
                </a:solidFill>
              </a:defRPr>
            </a:pPr>
            <a:r>
              <a:t>CLIENT EXECUTIVE BRIEF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TelcoMax Is Losing $1.67M Annually in Recurring Revenue to Customer Churn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E293B"/>
                </a:solidFill>
              </a:defRPr>
            </a:pPr>
            <a:r>
              <a:t>Executive Engagement Context &amp; Baseline Diagnostics: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Critical Subscriber Bleed: </a:t>
            </a:r>
            <a:r>
              <a:rPr sz="1200">
                <a:solidFill>
                  <a:srgbClr val="64748B"/>
                </a:solidFill>
              </a:rPr>
              <a:t>TelcoMax is experiencing an annualized customer churn rate of 26.54%, driven by heavy month-over-month attrition among high-value subscribers.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Severe Financial Bleed: </a:t>
            </a:r>
            <a:r>
              <a:rPr sz="1200">
                <a:solidFill>
                  <a:srgbClr val="64748B"/>
                </a:solidFill>
              </a:rPr>
              <a:t>Historical churn directly removes $139,131/month in recurring cash flow ($1,669,570 in annualized ARR). Furthermore, forward predictive scoring identifies an additional $406,543 in active ARR currently sitting in the High-Risk tier.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Client Mandate &amp; Scope: </a:t>
            </a:r>
            <a:r>
              <a:rPr sz="1200">
                <a:solidFill>
                  <a:srgbClr val="64748B"/>
                </a:solidFill>
              </a:rPr>
              <a:t>PwC was engaged to conduct end-to-end root cause diagnostics across 7,043 subscriber records, build proactive machine learning risk scoring, and formulate prioritized commercial retention strategies to stop the bleed.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Core Consulting Deliverable: </a:t>
            </a:r>
            <a:r>
              <a:rPr sz="1200">
                <a:solidFill>
                  <a:srgbClr val="64748B"/>
                </a:solidFill>
              </a:rPr>
              <a:t>Transition TelcoMax from reactive reporting to an automated, predictive retention engine that arms account managers with targeted subscriber intervention lists.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41148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ANNUAL REVENUE AT RISK (HISTORICAL CHURN)</a:t>
            </a:r>
          </a:p>
          <a:p>
            <a:pPr>
              <a:defRPr sz="3600" b="1">
                <a:solidFill>
                  <a:srgbClr val="D04A02"/>
                </a:solidFill>
              </a:defRPr>
            </a:pPr>
            <a:r>
              <a:t>$1,669,570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1,869 churned accounts • $139.1K / month cash drain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3977639"/>
            <a:ext cx="4114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ACTIVE HIGH-RISK ARR (FORWARD EXPOSURE)</a:t>
            </a:r>
          </a:p>
          <a:p>
            <a:pPr>
              <a:defRPr sz="3600" b="1">
                <a:solidFill>
                  <a:srgbClr val="1E293B"/>
                </a:solidFill>
              </a:defRPr>
            </a:pPr>
            <a:r>
              <a:t>$406,543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434 active accounts with ≥ 70% model churn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PwC Technology Consulting Practice | TelcoMax Retention Strategy Engagement • Page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04A02"/>
                </a:solidFill>
              </a:defRPr>
            </a:pPr>
            <a:r>
              <a:t>DIAGNOSTIC FINDINGS &amp; MACHINE LEARNING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Three Structural Root Causes Account for Over 80% of Customer Churn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D04A02"/>
                </a:solidFill>
              </a:defRPr>
            </a:pPr>
            <a:r>
              <a:t>PILLAR 01 • CONTRACT STRUCTURE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Month-to-Month Exposure</a:t>
            </a:r>
          </a:p>
          <a:p>
            <a:pPr>
              <a:spcAft>
                <a:spcPts val="200"/>
              </a:spcAft>
              <a:defRPr sz="3200" b="1">
                <a:solidFill>
                  <a:srgbClr val="D04A02"/>
                </a:solidFill>
              </a:defRPr>
            </a:pPr>
            <a:r>
              <a:t>42.7%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Month-to-Month Churn Rate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Month-to-month subscribers churn at 42.7% vs. only 2.8% on two-year agreements.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Represents 88.5% (1,655 accounts) of all churned subscribers.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Drives $1,450,165 in annual lost ARR.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Insight: Absence of contractual switching barriers leaves customers vulnerable to competitor promotional churn.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1E293B"/>
                </a:solidFill>
              </a:defRPr>
            </a:pPr>
            <a:r>
              <a:t>PILLAR 02 • ONBOARDING CLIFF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0 - 12 Month Vulnerability</a:t>
            </a:r>
          </a:p>
          <a:p>
            <a:pPr>
              <a:spcAft>
                <a:spcPts val="200"/>
              </a:spcAft>
              <a:defRPr sz="3200" b="1">
                <a:solidFill>
                  <a:srgbClr val="1E293B"/>
                </a:solidFill>
              </a:defRPr>
            </a:pPr>
            <a:r>
              <a:t>47.4%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First-Year Cohort Churn Rate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Nearly half of all new subscribers churn within the first 12 months.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Represents 55.5% (1,037 accounts) of total company attrition.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Sharpest attrition drop occurs between Month 1 and Month 6.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Insight: Points directly to friction in first-time user experience, customer onboarding gaps, and early invoice sticker shock.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</a:defRPr>
            </a:pPr>
            <a:r>
              <a:t>PILLAR 03 • SERVICE GAPS &amp; FRICTION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Fiber &amp; Payment Friction</a:t>
            </a:r>
          </a:p>
          <a:p>
            <a:pPr>
              <a:spcAft>
                <a:spcPts val="200"/>
              </a:spcAft>
              <a:defRPr sz="3200" b="1">
                <a:solidFill>
                  <a:srgbClr val="D97706"/>
                </a:solidFill>
              </a:defRPr>
            </a:pPr>
            <a:r>
              <a:t>45.3%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Electronic Check Churn Rate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Fiber optic customers churn at 41.9% (vs 19.0% DSL) despite premium ARPU ($91/mo).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Electronic check payments exhibit 45.3% churn vs 15.2% for auto-credit cards.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Subscribers with 5+ add-ons churn at &lt;13% vs 45.8% for 1 add-on.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Insight: Service depth dramatically increases stickiness; manual payment methods introduce monthly cancellation reconsiderations.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PwC Technology Consulting Practice | TelcoMax Retention Strategy Engagement • Page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04A02"/>
                </a:solidFill>
              </a:defRPr>
            </a:pPr>
            <a:r>
              <a:t>STRATEGIC RETENTION ROADMAP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Three Targeted Commercial Strategies to Retain $520,000+ in Annual Recurring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D04A02"/>
                </a:solidFill>
              </a:defRPr>
            </a:pPr>
            <a:r>
              <a:t>STRATEGY 1</a:t>
            </a:r>
          </a:p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'Lock-In' Contract Migration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Offer a targeted 10–12% promotional discount or complementary streaming bundle for high-risk month-to-month customers who commit to a 12-month contract.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</a:defRPr>
            </a:pPr>
            <a:r>
              <a:t>Target: 1,500 High-Risk MTM Accounts</a:t>
            </a:r>
          </a:p>
          <a:p>
            <a:pPr>
              <a:defRPr sz="1300" b="1">
                <a:solidFill>
                  <a:srgbClr val="D04A02"/>
                </a:solidFill>
              </a:defRPr>
            </a:pPr>
            <a:r>
              <a:t>Retained ARR: +$240K /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1E293B"/>
                </a:solidFill>
              </a:defRPr>
            </a:pPr>
            <a:r>
              <a:t>STRATEGY 2</a:t>
            </a:r>
          </a:p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90-Day Proactive Onboarding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 automated Day 7, 30, 60, and 90 customer success check-ins, accompanied by dedicated white-glove tech setup for new fiber optic subscribers.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</a:defRPr>
            </a:pPr>
            <a:r>
              <a:t>Target: 2,100 New Subscribers (&lt;12m)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Retained ARR: +$165K /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16A34A"/>
                </a:solidFill>
              </a:defRPr>
            </a:pPr>
            <a:r>
              <a:t>STRATEGY 3</a:t>
            </a:r>
          </a:p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Security Bundle &amp; Auto-Pay Push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Cross-sell a discounted 'Digital Protection Bundle' (TechSupport + OnlineSecurity) paired with a $5/month discount for switching from Electronic Check to Auto-Pay.</a:t>
            </a:r>
          </a:p>
          <a:p>
            <a:pPr>
              <a:spcAft>
                <a:spcPts val="400"/>
              </a:spcAft>
              <a:defRPr sz="1000" b="1">
                <a:solidFill>
                  <a:srgbClr val="1E293B"/>
                </a:solidFill>
              </a:defRPr>
            </a:pPr>
            <a:r>
              <a:t>Target: 1,200 Single-Service Accounts</a:t>
            </a:r>
          </a:p>
          <a:p>
            <a:pPr>
              <a:defRPr sz="1300" b="1">
                <a:solidFill>
                  <a:srgbClr val="16A34A"/>
                </a:solidFill>
              </a:defRPr>
            </a:pPr>
            <a:r>
              <a:t>Retained ARR: +$115K /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D04A02"/>
                </a:solidFill>
              </a:defRPr>
            </a:pPr>
            <a:r>
              <a:t>BUSINESS CASE SUMMARY &amp; NEXT STEPS (Q1 IMPLEMENTATION)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Quantified Impact: Combined retention initiatives project $520,000+ in annual retained recurring revenue (~31% reduction in total ARR loss) against an estimated campaign execution budget of $110,000 (Projected ROI: ~4.7x).</a:t>
            </a:r>
            <a:br/>
            <a:r>
              <a:t>• Recommended Next Step: Launch a 90-day pilot for Strategy 1 targeting the top 400 highest-value active accounts flagged in the model scoring output. Monitor conversion and retention lift before general portfolio rollout.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PwC Technology Consulting Practice | TelcoMax Retention Strategy Engagement • Page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